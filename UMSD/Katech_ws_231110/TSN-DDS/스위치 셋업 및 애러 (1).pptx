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56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2C54E3-DFA4-460D-A227-549EDE6F9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D9158B1-9099-449C-B5A5-2FD994A38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0586DD-6418-4471-9F9C-DB7707B27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DADAA-82CB-4EE3-BAFC-C48DF6F6313A}" type="datetimeFigureOut">
              <a:rPr lang="ko-KR" altLang="en-US" smtClean="0"/>
              <a:t>2023-10-15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959871-296B-428C-96ED-1AE1E8DA5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BBD77B-1A53-413C-BE12-97B12D215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9DD49-A036-44A7-AAA1-5D7E679F51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2944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F7523-9C0C-4908-B9E6-36D02CF7A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12612A-8D78-4268-A22F-D4BC52C3A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F6E1A1-A167-4940-97B4-9B25B6750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DADAA-82CB-4EE3-BAFC-C48DF6F6313A}" type="datetimeFigureOut">
              <a:rPr lang="ko-KR" altLang="en-US" smtClean="0"/>
              <a:t>2023-10-15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B2C139-EC66-4D37-8D8A-63E5DC2F3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287B07-316A-4652-A561-36CC99870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9DD49-A036-44A7-AAA1-5D7E679F51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0703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85C6A0-40D4-451F-8D16-59838F42C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BF1D85-FC2C-4D2F-88BB-6807C96B8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46BAA8-1395-4559-BAB8-F58AADD89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DADAA-82CB-4EE3-BAFC-C48DF6F6313A}" type="datetimeFigureOut">
              <a:rPr lang="ko-KR" altLang="en-US" smtClean="0"/>
              <a:t>2023-10-15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117A0E-B290-4DB9-ABA7-98D22F1BA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507F31-4C31-4D54-B84E-98EB4CBFC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9DD49-A036-44A7-AAA1-5D7E679F51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179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2CCE1D-1689-473D-BF92-638BEC374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0E93FA-CDF8-4D9E-A7A7-62521C93B1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B4DABB-5F59-4F7C-8CBD-FFC2DBBF9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9E7EC0-A52E-40CD-AB41-3841D0316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DADAA-82CB-4EE3-BAFC-C48DF6F6313A}" type="datetimeFigureOut">
              <a:rPr lang="ko-KR" altLang="en-US" smtClean="0"/>
              <a:t>2023-10-15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98DF64-A91E-4812-A471-CAA449359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677176-3D8C-4AD5-965D-BB83338D7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9DD49-A036-44A7-AAA1-5D7E679F51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8027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B4033-D728-4A57-A60E-D0D2BB34F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8B0889-2500-41D3-B275-0FA962E56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583D22-F747-46F3-B950-7A14B5F2D4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C23D6C-D7E0-428E-AA23-DC77840ED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41645E3-8D6C-4DC3-91FB-A34F944565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024700-12F5-4F06-8C50-4D1F2BD86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DADAA-82CB-4EE3-BAFC-C48DF6F6313A}" type="datetimeFigureOut">
              <a:rPr lang="ko-KR" altLang="en-US" smtClean="0"/>
              <a:t>2023-10-15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1A4175D-9CBD-45B8-8CDC-167AC19D3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874B490-6809-45A5-98D8-E0DFEC01F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9DD49-A036-44A7-AAA1-5D7E679F51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083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FCB585-8DC6-4C66-9A02-B1A60DDCE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BDFE488-F957-4A91-B05B-4032B135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DADAA-82CB-4EE3-BAFC-C48DF6F6313A}" type="datetimeFigureOut">
              <a:rPr lang="ko-KR" altLang="en-US" smtClean="0"/>
              <a:t>2023-10-15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2347A4-386F-4930-97E2-D09700E9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6064408-7DB7-4280-893B-549665D14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9DD49-A036-44A7-AAA1-5D7E679F51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4835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3656C25-0863-449F-BF17-D408452CD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DADAA-82CB-4EE3-BAFC-C48DF6F6313A}" type="datetimeFigureOut">
              <a:rPr lang="ko-KR" altLang="en-US" smtClean="0"/>
              <a:t>2023-10-15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4F97DB-E0CC-4958-A963-A1D7B65B3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7675A7-2D79-4398-8A32-D0A597454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9DD49-A036-44A7-AAA1-5D7E679F51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309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1C545D-486C-490F-B0F8-2D6CAA29A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38BA1E-E090-4484-88A0-9A7EC8326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8E3CEB-D50B-4171-A926-A32ED4933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8F51EC-20EF-47C7-887E-9A801645C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DADAA-82CB-4EE3-BAFC-C48DF6F6313A}" type="datetimeFigureOut">
              <a:rPr lang="ko-KR" altLang="en-US" smtClean="0"/>
              <a:t>2023-10-15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B5F830-F4F9-49FB-A1F5-4CF9A9191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D1628B-95AC-43C4-B67C-FD9DDF81D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9DD49-A036-44A7-AAA1-5D7E679F51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5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410FED-AAEF-40C3-BEF5-BC96CFA1B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6225390-D460-4D83-A074-AFD1FCF202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83D8DE-1428-40CC-8868-FE5A2349C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2711EA-EAC7-4253-830A-B6933EF1F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DADAA-82CB-4EE3-BAFC-C48DF6F6313A}" type="datetimeFigureOut">
              <a:rPr lang="ko-KR" altLang="en-US" smtClean="0"/>
              <a:t>2023-10-15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FD4E2D-76D6-4208-AC64-A83C56F84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4A2BCE-E9D2-4A19-AE6D-FCE2634C1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9DD49-A036-44A7-AAA1-5D7E679F51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0426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702B62-3D20-4A63-8821-7C80E1D06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9461E2-4F15-41AD-879E-330109336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EA72AB-85AA-464B-A3B1-B618055C4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DADAA-82CB-4EE3-BAFC-C48DF6F6313A}" type="datetimeFigureOut">
              <a:rPr lang="ko-KR" altLang="en-US" smtClean="0"/>
              <a:t>2023-10-15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34B7E0-9874-4AC8-936E-FCB702C5A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7443DC-50C8-480A-BE8C-0878613DE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9DD49-A036-44A7-AAA1-5D7E679F51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783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1441C14-31DA-4955-8E8C-F462FF74D8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039454-3DBD-4156-B6D2-7CE631845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3B8A7F-3A32-4518-A17E-A92D14C34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DADAA-82CB-4EE3-BAFC-C48DF6F6313A}" type="datetimeFigureOut">
              <a:rPr lang="ko-KR" altLang="en-US" smtClean="0"/>
              <a:t>2023-10-15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C74CE2-E5B3-40DD-A7B5-4FF458988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204D83-650C-4286-94B5-4C199478A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9DD49-A036-44A7-AAA1-5D7E679F51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941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BCEFC10-17AC-46B1-8E9E-3C0142A7B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43CED6-676A-4923-8677-29209E78A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0000BE-FF12-410D-BB06-23718C2FB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7DADAA-82CB-4EE3-BAFC-C48DF6F6313A}" type="datetimeFigureOut">
              <a:rPr lang="ko-KR" altLang="en-US" smtClean="0"/>
              <a:t>2023-10-15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8BA1A0-6B51-4B56-9E83-D936AE1B1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1D820-6FA8-4F4A-B5D6-F554B538CE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19DD49-A036-44A7-AAA1-5D7E679F51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414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DC264EC3-0623-49C4-ADA0-70DE82601E01}"/>
              </a:ext>
            </a:extLst>
          </p:cNvPr>
          <p:cNvGrpSpPr/>
          <p:nvPr/>
        </p:nvGrpSpPr>
        <p:grpSpPr>
          <a:xfrm>
            <a:off x="498765" y="619675"/>
            <a:ext cx="4428415" cy="4570110"/>
            <a:chOff x="2380464" y="1488733"/>
            <a:chExt cx="4428415" cy="457011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2C70A07-C595-4348-90D2-AC72106D707D}"/>
                </a:ext>
              </a:extLst>
            </p:cNvPr>
            <p:cNvSpPr/>
            <p:nvPr/>
          </p:nvSpPr>
          <p:spPr>
            <a:xfrm>
              <a:off x="2380464" y="3136165"/>
              <a:ext cx="1843913" cy="1042869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88Q5192 </a:t>
              </a:r>
            </a:p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#1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53FCA97-E620-45A1-BFA7-8D54F19F1F8A}"/>
                </a:ext>
              </a:extLst>
            </p:cNvPr>
            <p:cNvSpPr/>
            <p:nvPr/>
          </p:nvSpPr>
          <p:spPr>
            <a:xfrm>
              <a:off x="4964966" y="3136165"/>
              <a:ext cx="1843913" cy="1042869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88Q5192 </a:t>
              </a:r>
            </a:p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#2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A4D4591-8CBC-4339-A262-473032541A7E}"/>
                </a:ext>
              </a:extLst>
            </p:cNvPr>
            <p:cNvSpPr/>
            <p:nvPr/>
          </p:nvSpPr>
          <p:spPr>
            <a:xfrm>
              <a:off x="3725615" y="5015974"/>
              <a:ext cx="1843913" cy="1042869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Capture</a:t>
              </a:r>
            </a:p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Module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B6FCA69-21C5-481A-A064-B417A46C52F5}"/>
                </a:ext>
              </a:extLst>
            </p:cNvPr>
            <p:cNvSpPr/>
            <p:nvPr/>
          </p:nvSpPr>
          <p:spPr>
            <a:xfrm>
              <a:off x="2380464" y="1488733"/>
              <a:ext cx="1843913" cy="1042869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S32G</a:t>
              </a:r>
            </a:p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PFE2 #1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7704B75-070A-4555-ADCC-124F30CC99C1}"/>
                </a:ext>
              </a:extLst>
            </p:cNvPr>
            <p:cNvSpPr/>
            <p:nvPr/>
          </p:nvSpPr>
          <p:spPr>
            <a:xfrm>
              <a:off x="4964966" y="1488733"/>
              <a:ext cx="1843913" cy="1042869"/>
            </a:xfrm>
            <a:prstGeom prst="rect">
              <a:avLst/>
            </a:prstGeom>
            <a:noFill/>
            <a:ln w="381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S32G</a:t>
              </a:r>
            </a:p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PFE2 #2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AB35E86B-055A-4A5C-A77E-4E26CAF2353D}"/>
                </a:ext>
              </a:extLst>
            </p:cNvPr>
            <p:cNvCxnSpPr>
              <a:stCxn id="7" idx="2"/>
              <a:endCxn id="4" idx="0"/>
            </p:cNvCxnSpPr>
            <p:nvPr/>
          </p:nvCxnSpPr>
          <p:spPr>
            <a:xfrm>
              <a:off x="3302421" y="2531602"/>
              <a:ext cx="0" cy="60456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연결선: 꺾임 11">
              <a:extLst>
                <a:ext uri="{FF2B5EF4-FFF2-40B4-BE49-F238E27FC236}">
                  <a16:creationId xmlns:a16="http://schemas.microsoft.com/office/drawing/2014/main" id="{A11F6411-EA10-413D-92E4-604CD75B6F61}"/>
                </a:ext>
              </a:extLst>
            </p:cNvPr>
            <p:cNvCxnSpPr>
              <a:stCxn id="4" idx="2"/>
              <a:endCxn id="6" idx="0"/>
            </p:cNvCxnSpPr>
            <p:nvPr/>
          </p:nvCxnSpPr>
          <p:spPr>
            <a:xfrm rot="16200000" flipH="1">
              <a:off x="3556526" y="3924928"/>
              <a:ext cx="836940" cy="1345151"/>
            </a:xfrm>
            <a:prstGeom prst="bentConnector3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연결선: 꺾임 12">
              <a:extLst>
                <a:ext uri="{FF2B5EF4-FFF2-40B4-BE49-F238E27FC236}">
                  <a16:creationId xmlns:a16="http://schemas.microsoft.com/office/drawing/2014/main" id="{E4DD3C75-AE07-4CC3-893F-15AE3B0A92F4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 rot="5400000">
              <a:off x="4848778" y="3977829"/>
              <a:ext cx="836940" cy="1239351"/>
            </a:xfrm>
            <a:prstGeom prst="bentConnector3">
              <a:avLst>
                <a:gd name="adj1" fmla="val 5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C6A61655-BB6A-4D2E-8E7F-7A4B01007B3A}"/>
                </a:ext>
              </a:extLst>
            </p:cNvPr>
            <p:cNvCxnSpPr>
              <a:cxnSpLocks/>
              <a:stCxn id="8" idx="2"/>
              <a:endCxn id="5" idx="0"/>
            </p:cNvCxnSpPr>
            <p:nvPr/>
          </p:nvCxnSpPr>
          <p:spPr>
            <a:xfrm>
              <a:off x="5886923" y="2531602"/>
              <a:ext cx="0" cy="60456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D33716C-C510-46C8-BEB1-C98CB100141B}"/>
              </a:ext>
            </a:extLst>
          </p:cNvPr>
          <p:cNvSpPr/>
          <p:nvPr/>
        </p:nvSpPr>
        <p:spPr>
          <a:xfrm>
            <a:off x="5597235" y="877714"/>
            <a:ext cx="6096000" cy="236988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200"/>
              <a:t>Ingress port 6</a:t>
            </a:r>
          </a:p>
          <a:p>
            <a:r>
              <a:rPr lang="en-US" altLang="ko-KR" sz="1200"/>
              <a:t>Egress port 3</a:t>
            </a:r>
          </a:p>
          <a:p>
            <a:endParaRPr lang="en-US" altLang="ko-KR" sz="1200"/>
          </a:p>
          <a:p>
            <a:r>
              <a:rPr lang="en-US" altLang="ko-KR" sz="1200"/>
              <a:t>UMSD Command</a:t>
            </a:r>
          </a:p>
          <a:p>
            <a:r>
              <a:rPr lang="en-US" altLang="ko-KR" sz="1200"/>
              <a:t>---------------------------------------</a:t>
            </a:r>
          </a:p>
          <a:p>
            <a:r>
              <a:rPr lang="ko-KR" altLang="en-US" sz="1100"/>
              <a:t>vlan findEntry 1</a:t>
            </a:r>
          </a:p>
          <a:p>
            <a:r>
              <a:rPr lang="ko-KR" altLang="en-US" sz="1100"/>
              <a:t>vlan delEntry 1</a:t>
            </a:r>
          </a:p>
          <a:p>
            <a:r>
              <a:rPr lang="ko-KR" altLang="en-US" sz="1100"/>
              <a:t>vlan addEntry -fid 0x1 -vid 0x1 -TagP {3 3 3 2 3 3 2 3 3 3}</a:t>
            </a:r>
          </a:p>
          <a:p>
            <a:r>
              <a:rPr lang="ko-KR" altLang="en-US" sz="1100"/>
              <a:t>port setQMode 3 2</a:t>
            </a:r>
          </a:p>
          <a:p>
            <a:r>
              <a:rPr lang="ko-KR" altLang="en-US" sz="1100"/>
              <a:t>port setQMode 6 2</a:t>
            </a:r>
          </a:p>
          <a:p>
            <a:endParaRPr lang="ko-KR" altLang="en-US" sz="1100"/>
          </a:p>
          <a:p>
            <a:r>
              <a:rPr lang="ko-KR" altLang="en-US" sz="1100"/>
              <a:t>atu delAll 1</a:t>
            </a:r>
          </a:p>
          <a:p>
            <a:r>
              <a:rPr lang="ko-KR" altLang="en-US" sz="1100"/>
              <a:t>atu addEntry -macAddr 0001BEBEEF33 -state 0xb -fid 0x1 -portVec 0x08 -Qpri 0x2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4F8C974-0DFD-4738-A91A-80894E98B5C9}"/>
              </a:ext>
            </a:extLst>
          </p:cNvPr>
          <p:cNvSpPr/>
          <p:nvPr/>
        </p:nvSpPr>
        <p:spPr>
          <a:xfrm>
            <a:off x="2854035" y="3772469"/>
            <a:ext cx="150636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/>
              <a:t>100base-t1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156250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59CD57B-5A13-4A22-8956-DC5888F30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36" y="277721"/>
            <a:ext cx="4449333" cy="74341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E833FA5-F338-406B-A248-6C9040C08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36" y="2541983"/>
            <a:ext cx="3289473" cy="192988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83AAFA5-3DD3-4342-B1CD-BCA5B6F8B5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079" y="4712525"/>
            <a:ext cx="3314730" cy="194758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0263AA0-B65F-4F97-8E02-AC0F9C6720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079" y="1407309"/>
            <a:ext cx="4474590" cy="83164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50DD132D-7228-4CC4-BB20-9530C5B4D24B}"/>
              </a:ext>
            </a:extLst>
          </p:cNvPr>
          <p:cNvSpPr/>
          <p:nvPr/>
        </p:nvSpPr>
        <p:spPr>
          <a:xfrm>
            <a:off x="5362967" y="649428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100"/>
              <a:t>atu addEntry -macAddr 0001BEBEEF</a:t>
            </a:r>
            <a:r>
              <a:rPr lang="en-US" altLang="ko-KR" sz="1100"/>
              <a:t>41</a:t>
            </a:r>
            <a:r>
              <a:rPr lang="ko-KR" altLang="en-US" sz="1100"/>
              <a:t> -state 0xb -fid 0x1 -portVec 0x08 -Qpri 0x2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BAE12E8-1616-44D5-A4EB-4956AB6ADA88}"/>
              </a:ext>
            </a:extLst>
          </p:cNvPr>
          <p:cNvSpPr/>
          <p:nvPr/>
        </p:nvSpPr>
        <p:spPr>
          <a:xfrm>
            <a:off x="5506550" y="1645514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100"/>
              <a:t>vlan addEntry -fid 0x1 -vid 0x1 -TagP {3 3 3 2 3 3 2 3 3 3}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6F1D9C1-E97B-4942-99E5-6D206186FE86}"/>
              </a:ext>
            </a:extLst>
          </p:cNvPr>
          <p:cNvSpPr/>
          <p:nvPr/>
        </p:nvSpPr>
        <p:spPr>
          <a:xfrm>
            <a:off x="3927133" y="5555512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100"/>
              <a:t>port setQMode 6 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C8B1101-6127-48A9-BA26-4C02369D7F09}"/>
              </a:ext>
            </a:extLst>
          </p:cNvPr>
          <p:cNvSpPr/>
          <p:nvPr/>
        </p:nvSpPr>
        <p:spPr>
          <a:xfrm>
            <a:off x="3927133" y="3563340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100"/>
              <a:t>port setQMode </a:t>
            </a:r>
            <a:r>
              <a:rPr lang="en-US" altLang="ko-KR" sz="1100"/>
              <a:t>3</a:t>
            </a:r>
            <a:r>
              <a:rPr lang="ko-KR" altLang="en-US" sz="110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1052044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D672F78-E4BC-45EC-B4FC-1BCA28620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397" y="117135"/>
            <a:ext cx="6096000" cy="396499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562B655-4051-4806-86AE-D8C478F6A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736" y="4382432"/>
            <a:ext cx="8244988" cy="24755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A77DC6-A979-490D-81DC-9FCC2641AC48}"/>
              </a:ext>
            </a:extLst>
          </p:cNvPr>
          <p:cNvSpPr txBox="1"/>
          <p:nvPr/>
        </p:nvSpPr>
        <p:spPr>
          <a:xfrm>
            <a:off x="9438724" y="2939682"/>
            <a:ext cx="2599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Packet</a:t>
            </a:r>
            <a:r>
              <a:rPr lang="ko-KR" altLang="en-US"/>
              <a:t> 및 동작캡처</a:t>
            </a:r>
          </a:p>
        </p:txBody>
      </p:sp>
    </p:spTree>
    <p:extLst>
      <p:ext uri="{BB962C8B-B14F-4D97-AF65-F5344CB8AC3E}">
        <p14:creationId xmlns:p14="http://schemas.microsoft.com/office/powerpoint/2010/main" val="505152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40E1CF8-EA33-4D49-938A-56F899779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8" y="4522033"/>
            <a:ext cx="7224386" cy="65537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B27876A-C23E-4610-94E9-F34E417A2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5919"/>
            <a:ext cx="5730737" cy="24767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34CDAE-15D0-448D-8A19-9F8760D4F78A}"/>
              </a:ext>
            </a:extLst>
          </p:cNvPr>
          <p:cNvSpPr txBox="1"/>
          <p:nvPr/>
        </p:nvSpPr>
        <p:spPr>
          <a:xfrm>
            <a:off x="9015531" y="2365349"/>
            <a:ext cx="25164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UMSD Error</a:t>
            </a:r>
          </a:p>
          <a:p>
            <a:endParaRPr lang="en-US" altLang="ko-KR"/>
          </a:p>
          <a:p>
            <a:r>
              <a:rPr lang="ko-KR" altLang="en-US"/>
              <a:t>명령어 입력 후 정지</a:t>
            </a:r>
          </a:p>
        </p:txBody>
      </p:sp>
    </p:spTree>
    <p:extLst>
      <p:ext uri="{BB962C8B-B14F-4D97-AF65-F5344CB8AC3E}">
        <p14:creationId xmlns:p14="http://schemas.microsoft.com/office/powerpoint/2010/main" val="1805538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139</Words>
  <Application>Microsoft Office PowerPoint</Application>
  <PresentationFormat>와이드스크린</PresentationFormat>
  <Paragraphs>32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박형민</dc:creator>
  <cp:lastModifiedBy>박형민</cp:lastModifiedBy>
  <cp:revision>5</cp:revision>
  <dcterms:created xsi:type="dcterms:W3CDTF">2023-10-15T06:40:46Z</dcterms:created>
  <dcterms:modified xsi:type="dcterms:W3CDTF">2023-10-15T07:48:55Z</dcterms:modified>
</cp:coreProperties>
</file>